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Cover image for A Vectorless RAG System for Smarter Document Intelligence">
            <a:extLst>
              <a:ext uri="{FF2B5EF4-FFF2-40B4-BE49-F238E27FC236}">
                <a16:creationId xmlns:a16="http://schemas.microsoft.com/office/drawing/2014/main" id="{33E36DA4-710B-75C8-7699-5E751466AA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Cover image for A Vectorless RAG System for Smarter Document Intelligence">
            <a:extLst>
              <a:ext uri="{FF2B5EF4-FFF2-40B4-BE49-F238E27FC236}">
                <a16:creationId xmlns:a16="http://schemas.microsoft.com/office/drawing/2014/main" id="{018BE4DD-94CD-ECAB-6B1E-26259C92DF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60980" y="-1504433"/>
            <a:ext cx="5238233" cy="5238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136AE1-2BA3-B4E9-6412-8D9D620F3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9957"/>
            <a:ext cx="12188825" cy="46380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8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66AC73-5042-CB51-3DBA-57097CB89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231C4F-E577-2C54-EEA0-D53F1D6F31CA}"/>
              </a:ext>
            </a:extLst>
          </p:cNvPr>
          <p:cNvSpPr txBox="1"/>
          <p:nvPr/>
        </p:nvSpPr>
        <p:spPr>
          <a:xfrm>
            <a:off x="274320" y="9144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283C5A"/>
                </a:solidFill>
              </a:defRPr>
            </a:pPr>
            <a:r>
              <a:t>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6203FC-5086-F768-8EBD-14BDBD535304}"/>
              </a:ext>
            </a:extLst>
          </p:cNvPr>
          <p:cNvSpPr txBox="1"/>
          <p:nvPr/>
        </p:nvSpPr>
        <p:spPr>
          <a:xfrm>
            <a:off x="54864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CFF"/>
                </a:solidFill>
              </a:defRPr>
            </a:pPr>
            <a:r>
              <a:t>Vector-Based vs Vectorless RAG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7222975-D574-229A-E3DA-5D22958BFDDC}"/>
              </a:ext>
            </a:extLst>
          </p:cNvPr>
          <p:cNvSpPr/>
          <p:nvPr/>
        </p:nvSpPr>
        <p:spPr>
          <a:xfrm>
            <a:off x="457200" y="1920240"/>
            <a:ext cx="10972800" cy="4114800"/>
          </a:xfrm>
          <a:prstGeom prst="roundRect">
            <a:avLst/>
          </a:prstGeom>
          <a:noFill/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B81D1D-2997-749A-B633-753765030807}"/>
              </a:ext>
            </a:extLst>
          </p:cNvPr>
          <p:cNvSpPr txBox="1"/>
          <p:nvPr/>
        </p:nvSpPr>
        <p:spPr>
          <a:xfrm>
            <a:off x="1404992" y="2738332"/>
            <a:ext cx="613880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1"/>
                </a:solidFill>
              </a:rPr>
              <a:t>Different approaches. </a:t>
            </a:r>
          </a:p>
          <a:p>
            <a:endParaRPr lang="en-US" sz="2000" i="1" dirty="0">
              <a:solidFill>
                <a:schemeClr val="bg1"/>
              </a:solidFill>
            </a:endParaRPr>
          </a:p>
          <a:p>
            <a:r>
              <a:rPr lang="en-US" sz="2000" i="1" dirty="0">
                <a:solidFill>
                  <a:schemeClr val="bg1"/>
                </a:solidFill>
              </a:rPr>
              <a:t>Different strengths. </a:t>
            </a:r>
          </a:p>
          <a:p>
            <a:endParaRPr lang="en-US" sz="2000" i="1" dirty="0">
              <a:solidFill>
                <a:schemeClr val="bg1"/>
              </a:solidFill>
            </a:endParaRPr>
          </a:p>
          <a:p>
            <a:r>
              <a:rPr lang="en-US" sz="2000" i="1" dirty="0">
                <a:solidFill>
                  <a:schemeClr val="bg1"/>
                </a:solidFill>
              </a:rPr>
              <a:t>Different outcomes</a:t>
            </a:r>
            <a:endParaRPr lang="en-IN" sz="20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05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283C5A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2702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C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How Most Teams </a:t>
            </a:r>
            <a:r>
              <a:rPr dirty="0"/>
              <a:t>Build RAG </a:t>
            </a:r>
            <a:r>
              <a:rPr dirty="0">
                <a:solidFill>
                  <a:schemeClr val="bg1"/>
                </a:solidFill>
              </a:rPr>
              <a:t>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45915"/>
            <a:ext cx="10972800" cy="5332287"/>
          </a:xfrm>
          <a:prstGeom prst="roundRect">
            <a:avLst/>
          </a:prstGeom>
          <a:noFill/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45785-CEE8-77A3-F62D-027E7D7BD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69" y="1437620"/>
            <a:ext cx="5570856" cy="37699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3931E6-B903-2713-82C0-5580D99F8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035" y="5207606"/>
            <a:ext cx="6797835" cy="12856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283C5A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977318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CFF"/>
                </a:solidFill>
              </a:defRPr>
            </a:pPr>
            <a:r>
              <a:rPr lang="en-US" dirty="0"/>
              <a:t>PageIndex </a:t>
            </a:r>
            <a:r>
              <a:rPr lang="en-US" dirty="0">
                <a:solidFill>
                  <a:schemeClr val="bg1"/>
                </a:solidFill>
              </a:rPr>
              <a:t>replaces chunking, embedding and vector </a:t>
            </a:r>
            <a:r>
              <a:rPr lang="en-US" dirty="0" err="1">
                <a:solidFill>
                  <a:schemeClr val="bg1"/>
                </a:solidFill>
              </a:rPr>
              <a:t>db</a:t>
            </a:r>
            <a:r>
              <a:rPr lang="en-US" dirty="0">
                <a:solidFill>
                  <a:schemeClr val="bg1"/>
                </a:solidFill>
              </a:rPr>
              <a:t> entirely 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823769-D2F9-DB21-985A-B2503161E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180" y="1639512"/>
            <a:ext cx="4332672" cy="15660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437620"/>
            <a:ext cx="10881360" cy="5086470"/>
          </a:xfrm>
          <a:prstGeom prst="roundRect">
            <a:avLst/>
          </a:prstGeom>
          <a:noFill/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483C3A-48C1-228C-FC3C-222FECFDE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331" y="3205538"/>
            <a:ext cx="5766538" cy="32982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283C5A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46850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CFF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So which one </a:t>
            </a:r>
            <a:r>
              <a:rPr lang="en-US" dirty="0"/>
              <a:t>belongs  where?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F23CF5-6443-F950-8CEB-04FC0EC7C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025" y="263339"/>
            <a:ext cx="5792008" cy="56776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20B8F3-7DE2-41B2-04D8-5BF5CBBD1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829" y="5946871"/>
            <a:ext cx="5994204" cy="6660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283C5A"/>
                </a:solidFill>
              </a:defRPr>
            </a:pPr>
            <a:r>
              <a:t>05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2EE572-E48F-3020-9889-9BD0C0758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055" y="212308"/>
            <a:ext cx="6064590" cy="64333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38</Words>
  <Application>Microsoft Office PowerPoint</Application>
  <PresentationFormat>Custom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Gayatri Naik</cp:lastModifiedBy>
  <cp:revision>9</cp:revision>
  <dcterms:created xsi:type="dcterms:W3CDTF">2013-01-27T09:14:16Z</dcterms:created>
  <dcterms:modified xsi:type="dcterms:W3CDTF">2026-06-08T02:51:14Z</dcterms:modified>
  <cp:category/>
</cp:coreProperties>
</file>